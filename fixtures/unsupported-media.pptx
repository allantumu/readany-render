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Relationships xmlns="http://schemas.openxmlformats.org/package/2006/relationships"><Relationship Id="rIdImage" Type="http://schemas.openxmlformats.org/officeDocument/2006/relationships/image" Target="../media/vector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p:nvPicPr>
          <p:cNvPr id="2" name="Unsupported vector"/>
          <p:cNvPicPr/>
          <p:nvPr/>
        </p:nvPicPr>
        <p:blipFill>
          <a:blip r:embed="rIdImage"/>
        </p:blipFill>
        <p:spPr>
          <a:xfrm>
            <a:off x="914400" y="914400"/>
            <a:ext cx="914400" cy="914400"/>
          </a:xfrm>
        </p:spPr>
      </p:pic>
    </p:spTree>
  </p:cSld>
</p:sld>
</file>
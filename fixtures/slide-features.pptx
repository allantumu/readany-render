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spPr>
          <a:xfrm>
            <a:off x="914400" y="457200"/>
            <a:ext cx="9144000" cy="914400"/>
          </a:xfrm>
        </p:spPr>
      </p:sp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914400"/>
          </a:xfrm>
        </p:spPr>
      </p:sp>
    </p:spTree>
  </p:cSld>
</p:sldMaster>
</file>

<file path=ppt/slides/_rels/slide1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ixel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Inherited title"/>
          <p:cNvSpPr/>
          <p:nvPr>
            <p:ph type="title"/>
          </p:nvPr>
        </p:nvSpPr>
        <p:spPr/>
        <p:txBody>
          <a:bodyPr/>
          <a:p>
            <a:r>
              <a:rPr sz="2400"/>
              <a:t>Inherited title</a:t>
            </a:r>
          </a:p>
        </p:txBody>
      </p:sp>
      <p:pic>
        <p:nvPicPr>
          <p:cNvPr id="3" name="Pixel"/>
          <p:cNvPicPr/>
          <p:nvPr/>
        </p:nvPicPr>
        <p:blipFill>
          <a:blip r:embed="rIdImage"/>
        </p:blipFill>
        <p:spPr>
          <a:xfrm>
            <a:off x="914400" y="2286000"/>
            <a:ext cx="914400" cy="914400"/>
          </a:xfrm>
        </p:spPr>
      </p:pic>
      <p:cxnSp>
        <p:nvCxnSpPr>
          <p:cNvPr id="4" name="Connector"/>
          <p:cNvCxnSpPr/>
          <p:nvPr/>
        </p:nvCxnSpPr>
        <p:spPr>
          <a:xfrm>
            <a:off x="2286000" y="2286000"/>
            <a:ext cx="1828800" cy="914400"/>
          </a:xfrm>
          <a:prstGeom prst="line"/>
        </p:spPr>
      </p:cxnSp>
    </p:spTree>
  </p:cSld>
</p:sld>
</file>
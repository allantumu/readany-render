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spPr>
          <a:xfrm>
            <a:off x="914400" y="457200"/>
            <a:ext cx="9144000" cy="914400"/>
          </a:xfrm>
        </p:spPr>
      </p:sp>
    </p:spTree>
  </p:cSld>
</p:sldLayout>
</file>

<file path=ppt/slideMasters/slideMaster1.xml><?xml version="1.0" encoding="utf-8"?>
<p:sldMaster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spPr>
          <a:xfrm>
            <a:off x="0" y="0"/>
            <a:ext cx="9144000" cy="914400"/>
          </a:xfrm>
        </p:spPr>
      </p:sp>
    </p:spTree>
  </p:cSld>
</p:sldMaster>
</file>

<file path=ppt/slides/_rels/slide1.xml.rels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pixel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Inherited title"/>
          <p:cNvSpPr/>
          <p:nvPr>
            <p:ph type="title"/>
          </p:nvPr>
        </p:nvSpPr>
        <p:spPr/>
        <p:txBody>
          <a:bodyPr/>
          <a:p>
            <a:r>
              <a:rPr sz="2400"/>
              <a:t>Inherited title</a:t>
            </a:r>
          </a:p>
        </p:txBody>
      </p:sp>
      <p:pic>
        <p:nvPicPr>
          <p:cNvPr id="3" name="Pixel"/>
          <p:cNvPicPr/>
          <p:nvPr/>
        </p:nvPicPr>
        <p:blipFill>
          <a:blip r:embed="rIdImage"/>
        </p:blipFill>
        <p:spPr>
          <a:xfrm>
            <a:off x="914400" y="2286000"/>
            <a:ext cx="914400" cy="914400"/>
          </a:xfrm>
        </p:spPr>
      </p:pic>
      <p:cxnSp>
        <p:nvCxnSpPr>
          <p:cNvPr id="4" name="Connector"/>
          <p:cNvCxnSpPr/>
          <p:nvPr/>
        </p:nvCxnSpPr>
        <p:spPr>
          <a:xfrm>
            <a:off x="2286000" y="2286000"/>
            <a:ext cx="1828800" cy="914400"/>
          </a:xfrm>
          <a:prstGeom prst="line"/>
        </p:spPr>
      </p:cxnSp>
      <p:grpSp>
        <p:nvGrpSpPr>
          <p:cNvPr id="5" name="Group"/>
          <p:cNvGrpSpPr/>
          <p:nvPr/>
        </p:nvGrpSpPr>
        <p:grpSpPr>
          <a:xfrm>
            <a:off x="1828800" y="914400"/>
            <a:ext cx="1828800" cy="914400"/>
            <a:chOff x="0" y="0"/>
            <a:chExt cx="3657600" cy="1828800"/>
          </a:xfrm>
        </p:grpSpPr>
        <p:sp>
          <p:nvSpPr>
            <p:cNvPr id="6" name="Grouped"/>
            <p:cNvSpPr/>
            <p:nvPr/>
          </p:nvSpPr>
          <p:spPr>
            <a:xfrm>
              <a:off x="1828800" y="914400"/>
              <a:ext cx="1828800" cy="457200"/>
            </a:xfrm>
            <a:prstGeom prst="rect"/>
          </p:spPr>
          <p:txBody>
            <a:bodyPr/>
            <a:p>
              <a:r>
                <a:rPr sz="1200"/>
                <a:t>Grouped label</a:t>
              </a:r>
            </a:p>
          </p:txBody>
        </p:sp>
      </p:grpSp>
      <p:sp>
        <p:nvSpPr>
          <p:cNvPr id="7" name="Turned"/>
          <p:cNvSpPr/>
          <p:nvPr/>
        </p:nvSpPr>
        <p:spPr>
          <a:xfrm rot="5400000">
            <a:off x="5486400" y="914400"/>
            <a:ext cx="1828800" cy="457200"/>
          </a:xfrm>
          <a:prstGeom prst="rect"/>
        </p:spPr>
        <p:txBody>
          <a:bodyPr/>
          <a:p>
            <a:r>
              <a:rPr sz="1200"/>
              <a:t>Turned label</a:t>
            </a:r>
          </a:p>
        </p:txBody>
      </p:sp>
      <p:sp>
        <p:nvSpPr>
          <p:cNvPr id="8" name="Inherited size"/>
          <p:cNvSpPr/>
          <p:nvPr/>
        </p:nvSpPr>
        <p:spPr>
          <a:xfrm>
            <a:off x="914400" y="3657600"/>
            <a:ext cx="4572000" cy="914400"/>
          </a:xfrm>
          <a:prstGeom prst="rect"/>
        </p:spPr>
        <p:txBody>
          <a:bodyPr/>
          <a:lstStyle>
            <a:lvl1pPr>
              <a:defRPr sz="1000"/>
            </a:lvl1pPr>
          </a:lstStyle>
          <a:p>
            <a:pPr>
              <a:defRPr sz="3600"/>
            </a:pPr>
            <a:r>
              <a:rPr lang="en-US"/>
              <a:t>Inherited size</a:t>
            </a:r>
          </a:p>
        </p:txBody>
      </p:sp>
    </p:spTree>
  </p:cSld>
</p:sld>
</file>